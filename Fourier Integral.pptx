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44B7-02CC-0D26-AC6B-17FE7DE90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BA568-26B7-6263-BC24-56DED8810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14D3-951E-5558-F436-CD97E3AF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390F-CFC0-773F-70EC-3A9081AE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B8540-694D-5487-15BC-344C93E7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FEE5-B64F-CFE9-E403-5CF6E6FE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DBA0-79CF-BCA5-C444-32DAF26DD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DADF3-81A0-354F-372B-D24C8ED4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B225C-F337-2AE0-7ECC-1F39DF8F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6F871-3349-286D-E4DA-054D6617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0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903D-44B3-4221-5DA1-D13928EA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72A86-3EAE-227A-A4A8-4401B5D88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D94C0-3859-519C-9BA6-10F3A797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47039-3098-4B5E-AAB4-CA2CE605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BB292-EC09-0E5D-03BC-A80B1721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AEB7-05DE-F8C3-4F84-D46C0572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824E4-32CC-B557-FE37-8BD7942DD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301F8-C816-8573-D310-849D88267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8AE4E-F42D-48C9-DE2A-1793CB99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CCAD5-2CEE-8A3E-861D-33819387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467E7-60C1-34C2-9A3F-F0B9A31D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D204-2456-28FB-811E-0C32450A4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52DF1-D48A-3046-616C-63569384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285A0-EC39-1F96-B8FF-869EC1143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6D73-13C1-BF9D-C911-F0ABD957F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AFF95-5A85-2177-B7BC-74D0A7BCB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67F0A-C108-DE40-40BF-57477B8C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98485-BFA3-1902-46FB-89ADB16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21890-CC20-DA0D-9A7B-23AC26AC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8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0087-4CBB-3D16-3ACD-DECCDF42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D3BF0-2FED-950E-9FAD-98411BD2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8DF46-B4BE-437B-FED6-8B9707D3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1FF66-4DB4-082A-B3DE-8037AFBA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9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1A72D-CE0E-61A4-0EAE-57CE35C4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B0993-624D-E0B0-C9B7-89244790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508D4-CBB1-5261-AE32-47B01DBD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1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DC20-197B-B868-A2E9-E8000111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26398-B071-B69A-30A0-075E004AE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BB342-B607-661E-7E48-B9D92577B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0B94E-5EDE-4FE5-9422-4698FE6A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E98C-48AA-DD19-62CC-F5C66792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D3B2-C7F4-00F8-1EC4-6309193A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3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170F-DF06-9AAE-0C37-1B4B91C7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7914C-8D05-6F9D-CA1C-9FDCA6E3A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06B1A-43D2-4F1C-1113-8F56E8EDA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506D2-EB3E-BB3D-E448-B9D081D4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7944D-6FDC-0C98-5912-A27ABBBD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EAC4B-2A03-E329-CBF9-C9C2771C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2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C917-976B-86F8-CEAB-7845D2DC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1185F-4A41-F682-BC27-5C65D8682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A7AC6-EAF7-CA6A-9A3D-05D6A0C0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9D83B-5DC3-AF9D-3C83-BC123DFC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9222D-49F4-404C-DB1C-8DD2A058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9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73927-A5D1-EA8C-828F-F18E4DAD5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70682-BD86-8F09-9DAA-643138984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89EA-533F-C8CA-B3BC-72CAC7CF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4FAA-89AC-3AF8-9049-7859AFC7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591F-C124-4ECF-B46D-2BEA3E05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2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02143-EB12-8E06-58CA-5CFB0B6B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E5C96-6F49-B97D-1DD4-268EA1763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A539D-87BC-551B-4956-378E63387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EF721-BB05-4330-8668-6E670D77678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FF264-3541-4355-99BC-DF5F58469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37293-B50E-9AAE-8A69-3050E09AE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BB71-4A51-4828-B6CC-679AD3433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F35E-1A33-7992-5E16-10F9EB348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Fourier Integral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7867A-5F8B-4174-70EF-EAA82CD7A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Nazmul Kader Chowdhury</a:t>
            </a:r>
          </a:p>
        </p:txBody>
      </p:sp>
    </p:spTree>
    <p:extLst>
      <p:ext uri="{BB962C8B-B14F-4D97-AF65-F5344CB8AC3E}">
        <p14:creationId xmlns:p14="http://schemas.microsoft.com/office/powerpoint/2010/main" val="386981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2534A5-0A3A-07CC-45A3-EB6184F5D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67" y="329241"/>
            <a:ext cx="8100762" cy="2370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822FB0-A705-BAF1-12C7-2DE92206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70" y="3429000"/>
            <a:ext cx="8062659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4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EF3CF8-B0E8-67FC-AF14-E1C48D325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65" y="2136486"/>
            <a:ext cx="7974259" cy="1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7F44BC-2552-A90C-16E2-D3E5B2BA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271" y="3724041"/>
            <a:ext cx="8796539" cy="2280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D8FDE3-A600-8B19-27D7-93C6E7AA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007" y="1902941"/>
            <a:ext cx="6737129" cy="1156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1E6298-8A8E-202D-F381-4DA8BD3B26FE}"/>
              </a:ext>
            </a:extLst>
          </p:cNvPr>
          <p:cNvSpPr txBox="1"/>
          <p:nvPr/>
        </p:nvSpPr>
        <p:spPr>
          <a:xfrm>
            <a:off x="3204519" y="713332"/>
            <a:ext cx="39932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Fourier Integral :</a:t>
            </a:r>
          </a:p>
        </p:txBody>
      </p:sp>
    </p:spTree>
    <p:extLst>
      <p:ext uri="{BB962C8B-B14F-4D97-AF65-F5344CB8AC3E}">
        <p14:creationId xmlns:p14="http://schemas.microsoft.com/office/powerpoint/2010/main" val="119998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7CAF88-6F0D-E091-4F17-FAE092CC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2309812"/>
            <a:ext cx="6867525" cy="2238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E8CB4E-C9BB-C970-68AB-34E319DFFE9F}"/>
              </a:ext>
            </a:extLst>
          </p:cNvPr>
          <p:cNvSpPr txBox="1"/>
          <p:nvPr/>
        </p:nvSpPr>
        <p:spPr>
          <a:xfrm>
            <a:off x="4736757" y="1145059"/>
            <a:ext cx="196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USEFUL FORMULA </a:t>
            </a:r>
          </a:p>
        </p:txBody>
      </p:sp>
    </p:spTree>
    <p:extLst>
      <p:ext uri="{BB962C8B-B14F-4D97-AF65-F5344CB8AC3E}">
        <p14:creationId xmlns:p14="http://schemas.microsoft.com/office/powerpoint/2010/main" val="410151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9985B-D789-6DA4-1ABA-08EF0F63336A}"/>
              </a:ext>
            </a:extLst>
          </p:cNvPr>
          <p:cNvSpPr txBox="1"/>
          <p:nvPr/>
        </p:nvSpPr>
        <p:spPr>
          <a:xfrm>
            <a:off x="5305168" y="700216"/>
            <a:ext cx="121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10898-C314-72EB-0848-3414848A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47" y="3585519"/>
            <a:ext cx="7018637" cy="2125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5D3613-3DC0-227E-4C30-E0DF2F4B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764" y="1303836"/>
            <a:ext cx="5900808" cy="17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9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Fourier Integral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Integral</dc:title>
  <dc:creator>Nazmul kader</dc:creator>
  <cp:lastModifiedBy>Nazmul kader</cp:lastModifiedBy>
  <cp:revision>6</cp:revision>
  <dcterms:created xsi:type="dcterms:W3CDTF">2025-10-27T04:22:23Z</dcterms:created>
  <dcterms:modified xsi:type="dcterms:W3CDTF">2025-10-27T04:58:55Z</dcterms:modified>
</cp:coreProperties>
</file>